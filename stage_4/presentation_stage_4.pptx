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Parking RAG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Stage 4: LangGraph Orchestration</a:t>
            </a:r>
          </a:p>
          <a:p>
            <a:r>
              <a:t>Unified AI Pipeline for Parking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Siloed components (RAG, Approval, Export) lead to fragmented user experience.</a:t>
            </a:r>
          </a:p>
          <a:p>
            <a:pPr/>
            <a:r>
              <a:t>Manual coordination between stages is error-prone and hard to scale.</a:t>
            </a:r>
          </a:p>
          <a:p>
            <a:pPr/>
            <a:r>
              <a:t>Need for a unified, stateful workflow to manage the full reservation lifecycle.</a:t>
            </a:r>
          </a:p>
          <a:p>
            <a:pPr/>
            <a:r>
              <a:t>Orchestration ensures consistent business logic enforcement.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Stage 1: Foundation - RAG support, Intent detection, SQLite schema.</a:t>
            </a:r>
          </a:p>
          <a:p>
            <a:pPr/>
            <a:r>
              <a:t>Stage 2: Governance - Human-in-the-loop admin approval workflow.</a:t>
            </a:r>
          </a:p>
          <a:p>
            <a:pPr/>
            <a:r>
              <a:t>Stage 3: Persistence - MCP-style service for secure ledger export.</a:t>
            </a:r>
          </a:p>
          <a:p>
            <a:pPr/>
            <a:r>
              <a:t>Stage 4: Orchestration - LangGraph integration of all previous stages.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4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Orchestrate all components via a single LangGraph entry point.</a:t>
            </a:r>
          </a:p>
          <a:p>
            <a:pPr/>
            <a:r>
              <a:t>Automate transitions between user interaction, admin approval, and recording.</a:t>
            </a:r>
          </a:p>
          <a:p>
            <a:pPr/>
            <a:r>
              <a:t>Maintain global state across the entire pipeline.</a:t>
            </a:r>
          </a:p>
          <a:p>
            <a:pPr/>
            <a:r>
              <a:t>Provide a production-ready, verifiable end-to-end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User Interface: Single chat entry point.</a:t>
            </a:r>
          </a:p>
          <a:p>
            <a:pPr/>
            <a:r>
              <a:t>Orchestration Layer: LangGraph managing state and routing.</a:t>
            </a:r>
          </a:p>
          <a:p>
            <a:pPr/>
            <a:r>
              <a:t>Functional Blocks: Stage 1 (RAG), Stage 2 (DB/Approval), Stage 3 (File Export).</a:t>
            </a:r>
          </a:p>
          <a:p>
            <a:pPr/>
            <a:r>
              <a:t>Storage: SQLite (Relational) + Text Ledger (Persistent Audit Trail).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LangGraph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user_interaction_node: Classifies intent and runs RAG if needed.</a:t>
            </a:r>
          </a:p>
          <a:p>
            <a:pPr/>
            <a:r>
              <a:t>admin_approval_node: Manages DB records and approval decisions.</a:t>
            </a:r>
          </a:p>
          <a:p>
            <a:pPr/>
            <a:r>
              <a:t>data_recording_node: Triggers Stage 3 export for approved bookings.</a:t>
            </a:r>
          </a:p>
          <a:p>
            <a:pPr/>
            <a:r>
              <a:t>final_response_node: Aggregates results into a user-friendly message.</a:t>
            </a:r>
          </a:p>
          <a:p>
            <a:pPr/>
            <a:r>
              <a:t>Conditional Edges: Routing based on intent and admin decision.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Informational Flow: Query -&gt; RAG -&gt; Response.</a:t>
            </a:r>
          </a:p>
          <a:p>
            <a:pPr/>
            <a:r>
              <a:t>Approved Booking: Request -&gt; Pending -&gt; Approval -&gt; Export -&gt; Code.</a:t>
            </a:r>
          </a:p>
          <a:p>
            <a:pPr/>
            <a:r>
              <a:t>Rejected Booking: Request -&gt; Pending -&gt; Rejection -&gt; Notification.</a:t>
            </a:r>
          </a:p>
          <a:p>
            <a:pPr/>
            <a:r>
              <a:t>Error Handling: Graceful degradation and clear error reporting.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Stage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Reuse of 'classify_intent' for robust guardrail implementation.</a:t>
            </a:r>
          </a:p>
          <a:p>
            <a:pPr/>
            <a:r>
              <a:t>Reuse of 'run_rag_pipeline' for accurate information retrieval.</a:t>
            </a:r>
          </a:p>
          <a:p>
            <a:pPr/>
            <a:r>
              <a:t>Consistent data extraction for first name, last name, and vehicle plates.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Stage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Unified SQLite database 'parking.db' for shared state.</a:t>
            </a:r>
          </a:p>
          <a:p>
            <a:pPr/>
            <a:r>
              <a:t>Automated creation of 'pending_admin_approval' records.</a:t>
            </a:r>
          </a:p>
          <a:p>
            <a:pPr/>
            <a:r>
              <a:t>Keyword-based decision simulator for end-to-end demonstration.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with Stage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Automated call to 'process_confirmed_reservation'.</a:t>
            </a:r>
          </a:p>
          <a:p>
            <a:pPr/>
            <a:r>
              <a:t>Strict adherence to required ledger format.</a:t>
            </a:r>
          </a:p>
          <a:p>
            <a:pPr/>
            <a:r>
              <a:t>Verification of export success within the graph state.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and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Integration Tests: Pytest covering all major graph paths.</a:t>
            </a:r>
          </a:p>
          <a:p>
            <a:pPr/>
            <a:r>
              <a:t>E2E Validation Script: Automated environment setup and verification.</a:t>
            </a:r>
          </a:p>
          <a:p>
            <a:pPr/>
            <a:r>
              <a:t>Performance Testing: Response time metrics for different intents.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Why LangGraph? Native support for cycles, state, and visualization.</a:t>
            </a:r>
          </a:p>
          <a:p>
            <a:pPr/>
            <a:r>
              <a:t>Decoupled Logic: Stages remain independent; Stage 4 only orchestrates.</a:t>
            </a:r>
          </a:p>
          <a:p>
            <a:pPr/>
            <a:r>
              <a:t>Minimal State: GraphState only carries essential data between nodes.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Achieved a fully unified smart parking assistant.</a:t>
            </a:r>
          </a:p>
          <a:p>
            <a:pPr/>
            <a:r>
              <a:t>Stable, modular architecture ready for real-world extension.</a:t>
            </a:r>
          </a:p>
          <a:p>
            <a:pPr/>
            <a:r>
              <a:t>Complete documentation and validation suite provided.</a:t>
            </a:r>
          </a:p>
          <a:p>
            <a:pPr/>
            <a:r>
              <a:t>Ready for submission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